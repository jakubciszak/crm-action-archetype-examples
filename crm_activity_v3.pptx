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Powitanie. Zapytac o doswiadczenia z archetypami biznesowymi i DDD.
Glowna teza prezentacji: szukanie glebokiego modelu to inwestycja ktora sie oplaca.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Przeglad agendy. Kluczowa zmiana: State i Outcomes maja osobna sekcje, Rule jest skrocony.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Sekcja 1. 5 min. Budujemy filozoficzny fundament prezentacji.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SZCZEGOLOWY -- Gleboki model:
- Naturalna tendencja: kazda domena dostaje wlasny model od zera
- Onboarding ma swoje 'OnboardingStepy', loyalty ma 'LoyaltyActivity', serwis ma 'Ticket'
- Ale jesli spojrzec glebiej -- wszystkie maja: cos do zrobienia, ktos to robi, jest wynik, jest status
- To jest moment 'breakthrough' z DDD -- odkrycie glebokiego modelu
- Arlow &amp; Neustadt zrobili to za nas: archetyp CRM Activity to gleboki model procesow
- WBREW INTUICJI: abstrakcja nie utrudnia, a ulatwia!
  - Wspolny model danych = wspolne API, wspolna infrastruktura, wspolne testy
  - Nowy developer uczy sie RAZ i moze pracowac w kazdej domenie
  - Zmiana w rdzeniu poprawia wszystkie domeny naraz
- Klucz: gleboki model to nie 'generic' w sensie 'bezuzyteczny'
  to 'universal' w sensie 'pasuje wszedzie bo trafil w esencje problemu'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GoF = JAK organizowac kod
- DDD = JAK strukturyzowac model
- Archetypy = CO modelowac -- zawieraja wiedze domenowa 'w pakiecie'
- Archetypy to gotowy gleboki model. Ktos juz przeszedl droge refaktoringu za nas.
- Nie musisz odkrywac od nowa ze Customer to rola, nie typ Party.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Communication generuje 0..* Action
- Action ma dwa typy Outcomes: possibleOutcomes (znane z gory) i actualOutcomes (runtime)
- possibleOutcomes = 'menu' wynikow, definiowane przy projektowaniu procesu
- actualOutcomes = co sie naprawde stalo; 'Pending' na starcie
- Status pending/open/closed to UPROSZCZENIE -- w realnym systemie potrzebujemy wiecej (State)
- Zapowiedz: pokaze ze rozbudowany State to kluczowy element glebokiego modelu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CSCase = kontener. CommunicationThread = faza. Communication = trigger.
- TABELKA: mapowanie na abstrakcje. To jest gleboki model -- te same koncepty sa w kazdym procesie.
- Zapowiedz: za chwile pokaze ze to mapowanie 1:1 na onboarding i loyalty.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Mapowanie 1:1 -- archetyp pasuje idealnie
- OnboardingCase = caly proces jednego klienta
- OnboardingPhase = KYC, Umowa, Setup, Szkolenie (4 fazy)
- OnboardingStep = konkretny krok z possibleOutcomes
- KLUCZ: nie trzeba nic wymyslac -- archetyp daje gotowa strukture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- 4 fazy, kazda z possibleOutcomes
- Strzalka dalej = pozytywny outcome, petla = negatywny
- Tabela: konkretna instancja Action ze wszystkimi atrybutami
- Podkreslic: possibleOutcomes modeluja ZNANE rozgalezienia procesu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OnboardingStep DZIEDZICZY po Action -- bo maszyna stanow jest ta sama
- fromBlueprint() -- Step tworzony z deklaratywnej definicji scenariusza
- possibleOutcomes ladowane z blueprintu -- znane ZANIM step sie zacznie
- requiresSupplement() -- sprawdza actualOutcomes w runtime
- KLUCZ: domena dodaje swoją logikę (supplement, rejected), rdzeń daje mechanikę (state, outcomes, initiator)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Ten sam archetyp, zupelnie inna domena
- LoyaltyCampaign = sezon. ActivityCategory = typy aktywnosci.
- ActionOccurred = event z zewnatrz (zakup, polecenie)
- IncentiveAction = nalicz punkty / przyznaj nagrode
- IncentiveDecision = Outcome z konkretnymi efektami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TABELA side-by-side: ta sama struktura, inne wypelnienie
- Kluczowy wiersz: Status/State -- onboarding jest sekwencyjny, loyalty event-driven
- Kolejna sekcja rozbudowuje wlasnie ten aspekt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IncentiveAction NIE dziedziczy po Action -- CELOWY wybor
- Powod: zupelnie inna maszyna stanow (Received/Evaluating/AwaitingSettlement/Settled/Rejected/Reversed)
- Ale TEN SAM WZORZEC: state transitions + outcomes + guard conditions
- IncentiveDecision = Outcome z efektami biznesowymi (journal, rewards, events)
- Reversed = stan ktorego archetyp nie ma -- gleboki model go dodaje
- KLUCZ: dziedziczenie gdy maszyna stanow pasuje, kompozycja gdy nie pasuje. Wzorzec jest wspolny.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SZCZEGOLOWY -- Outcomes w praktyce:
ONBOARDING:
- possibleOutcomes = mapa procesu: Zaakceptowane / Do uzupelnienia / Odrzucone
- actualOutcome decyduje o nastepnym kroku
- Negatywny outcome generuje nowa Communication (petla zwrotna -- to jest w archetyp!)
- Outcome moze generowac kolejne Actions -- lancuch przyczynowo-skutkowy
- Case.isOpen = false konczy caly proces
LOYALTY:
- Outcome to IncentiveDecision z konkretnymi efektami
- journalEntries = zapis ksiegowy (naliczenie/pobranie pktow)
- rewardGrants = przyznane nagrody
- events = domenowe eventy do dalszego przetwarzania
KLUCZ: w obu domenach Outcome to PUNKT DECYZYJNY -- roznica jest w tym co dalej
- Onboarding: outcome steruje SEKWENCJA (nastepna faza / petla / stop)
- Loyalty: outcome EMITUJE efekty (journal, reward, event)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SZCZEGOLOWY -- State rozbudowany:
- Archetyp daje 3 stany: pending/open/closed -- to MINIMUM
- W realnym systemie potrzebujemy pelnej maszyny stanow:
  Draft -&gt; Pending -&gt; InProgress -&gt; AwaitingApproval -&gt; Completed
  + boczne sciezki: OnHold, Failed, Escalated
- KAZDE przejscie ma guard conditions i side effects
- submit() = walidacja + przejscie do Pending
- start() = przypisanie zasobow + przejscie do InProgress
- requestApproval() = zmiana odpowiedzialnosci
- retry() = Failed -&gt; InProgress (z nowym kontekstem)
- resume() = OnHold -&gt; Pending (po odblokowaniu)
- STATE + OUTCOME = PELNA KONTROLA:
  State = CO MOZNA TERAZ ZROBIC (dozwolone przejscia)
  Outcome = CO SIE STALO i DOKAD DALEJ (mapa rozgalezien)
  Razem = deterministyczny model procesu
- Przyklad: Action w stanie InProgress
  actualOutcome = 'Do uzupelnienia'
  -&gt; State wraca do Pending
  -&gt; Generowana nowa Communication (petla zwrotna z archetypu!)
  -&gt; Nowa Action 'Zbierz brakujace dokumenty'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SZCZEGOLOWY -- State w obu domenach:
ONBOARDING:
- Draft -&gt; Pending -&gt; InProgress -&gt; AwaitingApproval -&gt; Completed
- OnHold = klient nie odpowiada, wstrzymany (moze wraca do Pending)
- Escalated = SLA przekroczone, przekazanie do wyzszego poziomu
- Failed = blad krytyczny (np. klient nie przeszedl KYC)
LOYALTY:
- Received -&gt; Evaluating -&gt; AwaitingSettlement -&gt; Settled
- Rejected = fraud, duplikat, wygasly program
- Reversed = chargeback, zwrot towaru -&gt; cofniecie punktow
- AwaitingSettlement = czeka na potwierdzenie platnosci (async!)
WSPOLNY WZORZEC:
- State.handle(event) -- ten sam kontrakt
- Guard conditions chronią niezmienniki domeny
- Przejscie stanowe generuje Outcome
- State ROZSZERZA archetyp -- dodaje stany ktorych archetyp nie przewiduje
  (Reversed, Escalated, AwaitingSettlement)
- To wlasnie znaczy 'gleboki model': archetyp daje fundament, State go konkretyzuje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SZCZEGOLOWY -- Lifecycle + Async Vendor:
KONCEPT:
- Rozne typy Actions wymagaja roznych side-effectow przy zmianie stanu
- ActionLifecycleHandler z supports() -- kazdy handler deklaruje: 'obsluguje TEN typ + TO przejscie'
- Dispatcher iteruje handlery, odpala matching
PRZYKLAD KYC:
1. Step 'kyc_verification' przechodzi Pending -&gt; InProgress
2. Dispatcher znajduje KycVendorHandler (supports = true)
3. Handler wysyla HTTP POST do zewnetrznego vendora KYC
4. Zapisuje PendingCallback (actionId + externalRef + expectedBy)
5. Zwraca AwaitingCallback -- step ZOSTAJE w InProgress
6. Czas mija... vendor weryfikuje dokumenty
7. Vendor odpowiada POST /webhook/kyc/{actionId}
8. WebhookController tworzy RecordExternalOutcomeCommand
9. Handler znajduje PendingCallback -&gt; wie ktory case/stage/step
10. $case-&gt;completeStep() z Outcome od vendora
11. Vendor staje sie outcomeApprover (PartySignature!) -&gt; audit trail
INNE HANDLERY (te same zasady, inne typy):
- ContractSigningHandler: DocuSign, supports('contract_signing', Pending, InProgress)
- EnvProvisioningHandler: Infra API, moze byc sync (Completed) lub async (AwaitingCallback)
- AmlScreeningHandler: zewnetrzny serwis AML
KLUCZ:
- Nie zmieniamy domeny! Case/Stage/Step nie wiedza o vendorach
- Lifecycle handlery sa w warstwie INFRASTRUCTURE
- Domena dostaje Outcome -- nie obchodzi ja skad przyszedl
- PendingCallback + SLA monitoring: isOverdue() -&gt; eskalacja
- Ten sam wzorzec dziala w Loyalty: PaymentGatewayHandler, FraudCheckHandler...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
- Rule SKROCONY: zamek/klucz/ActivityRule -- 3 koncepty, nie wiecej
- Dwa przyklady: Onboarding (eskalacja) i Loyalty (podwojne punkty)
- KLUCZ: Rule laczy sie z State i Outcome:
  Rule mowi KIEDY -&gt; State kontroluje CO MOZNA -&gt; Outcome rejestruje CO SIE STALO
- To jest trojka sterujaca: Rule + State + Outcome
- Reguly jako dane, nie kod -- zmiana bez redeployu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PODSUMOWANIE:
1. Gleboki model -- wbrew intuicji, abstrakcja to nie komplikacja. To najkrotsza droga.
2. State + Outcome = pelna kontrola -- maszyna stanow + mapa rozgalezien
3. Kompozycja -- archetypy + State + Rule na roznych poziomach
4. Reuzywnosc -- wspolny rdzen dla wielu domen
Rekomendacja: zacznij od archetypu, rozbuduj State, dodaj Rule gdy potrzebne.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 Zapytac:
- Kto stosowal archetypy?
- Jakie domeny? Jakie problemy?
- Czy ktos mial moment 'breakthrough' z glebakim modelem?
Koncowe przeslanie: szukajcie glebokiego modelu. Wbrew intuicji to sie oplaca.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 CRM Activity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 uniwersalne narzedzie zarzadzania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w roznych domenach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B2B  |  Program Lojalnosciowy  |  State &amp; Outcomes  |  Deep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 |  45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52728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52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12710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Gleboki model i szukanie wzorcow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453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warto inwestowac w uniwersalne abstrakcje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728216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28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74650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Anatomia CRM Activity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19293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Outcome, State -- rdzen wzorca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203704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03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221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167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Onboarding B2B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24048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Mapowanie archetypu na proces wdrozenia klienta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67919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697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Program Lojalnosciowy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2880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rdzen w zupelnie innej domenie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1546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31729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Outcomes i State w praktyce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11680" y="33558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possibleOutcomes i maszyna stanow steruja procesem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630168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630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36484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Kompozycja z Rule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011680" y="38313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Deklaratywne reguly jako dopalacz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105656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4440" y="41239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Wnioski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011680" y="430682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i rekomendacje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4581144"/>
            <a:ext cx="320040" cy="3200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581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45994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544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011680" y="4782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i dyskusja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Gleboki model i szukanie wzorcow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warto inwestowac w uniwersalne abstrakcje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Szukanie glebokiego modelu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Wbrew intuicji, szukanie uniwersalnych wzorcow to nie jest oderwana abstrakcja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to najkrotsza droga do modelu, ktory naprawde dziala w wielu kontekstach.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glebszy model, tym wiecej domen potrafi obslugiwac.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3774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377440"/>
            <a:ext cx="23774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Plytki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Kazda domena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wlasne klasy,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wlasne statusy,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wlasne flow.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Duzo kodu,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reuzywanosc.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3774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377440"/>
            <a:ext cx="23774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Refaktoring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Szukamy wspolnych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struktur. Widzimy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'krok procesu'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wszedzie wyglada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podobnie.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Zaczynamy uogolniac.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377440"/>
            <a:ext cx="23774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2377440"/>
            <a:ext cx="237744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Gleboki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28803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+ Outcome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State = uniwersalny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rdzen. Dziala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onboardingu,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loyalty, serwisie,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&gt;&gt;&gt;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&gt;&gt;&gt;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Archetypy biznesowe -- gotowy gleboki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Arlow &amp; Neustadt: wzorce na poziomie domeny biznesowej, nie implementacji.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37744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GoF Patterns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kodu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Singleton, Strategy,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Rozwiazuja problemy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implementacyjne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Niezalezne od domeny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3774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DDD Building Blocks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556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taktyczny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Value Object,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Organizuja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tresciowe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46304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463040"/>
            <a:ext cx="23774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Archetypy biznesowe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17556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Gleboki model domeny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Party, CRM, Rule,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Product...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modele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biznesowe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Zawieraja wiedze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domenowa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Klucz: Archetypy to wynik szukania glebokiego modelu -- abstrakcje ktore trafiaja w esencje problemu.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Anatomia archetypu CRM Activity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Outcome, State -- rdzen wzorca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&amp; Outcome -- diagram klas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10312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&lt;&lt;archetype&gt;&gt;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1956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dateSent: DateTime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dateReceived: DateTime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fromAddress: Address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toAddress: Address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0" y="1783080"/>
            <a:ext cx="73152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 0..*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377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37744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&lt;&lt;archetype&gt;&gt;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64992" y="1298448"/>
            <a:ext cx="22311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(pending|open|closed)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DateTime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end: DateTime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getActionInitiator()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getActionApprovers()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getPossibleOutcomes()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getActualOutcomes()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0" y="1463040"/>
            <a:ext cx="9144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188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possibleOutcomes 0..*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69280" y="2286000"/>
            <a:ext cx="9144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actualOutcomes 1..*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583680" y="91440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914400"/>
            <a:ext cx="21031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914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&lt;&lt;archetype&gt;&gt;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56832" y="1298448"/>
            <a:ext cx="19568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getOutcomeApprovers()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2560320"/>
            <a:ext cx="2103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2560320"/>
            <a:ext cx="2103120" cy="3474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&lt;&lt;archetype&gt;&gt;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PartySignature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56832" y="294436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actionInitiator 0..1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actionApprovers 0..*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69280" y="2926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7472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520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jest gleboki model?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possibleOutcomes -- definiowane z gory, tworza 'mape' znanych sciezek procesu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actualOutcomes -- rejestrowane w runtime, kazda Action MUSI miec &gt;= 1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(pending -&gt; open -&gt; closed) -- naturalny cykl zycia, ale za chwile pokaze ze to za malo
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triada Action/Outcome/Status opisuje KAZDY proces w ktorym 'ktos robi cos z jakims wynikiem'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CustomerServiceCase -- kontener procesu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&lt;&lt;archetype&gt;&gt;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CustomerServiceCase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24140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briefDescription: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raisedBy: PartyRoleId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DateTime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end: DateTime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isOpen: Boolean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low|med|high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0" y="1097280"/>
            <a:ext cx="21945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0" y="1097280"/>
            <a:ext cx="21945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097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&lt;&lt;archetype&gt;&gt;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CommunicationThread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30752" y="1481328"/>
            <a:ext cx="2048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topicName: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briefDescription: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/ end: DateTime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21945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097280"/>
            <a:ext cx="21945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097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&lt;&lt;archetype&gt;&gt;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3952" y="1481328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 String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dateSent / dateReceived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645920"/>
            <a:ext cx="6400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852160" y="1645920"/>
            <a:ext cx="54864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Abstrakcyjne odczytanie -- niezalezne od domeny CRM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"/>
                <a:gridCol w="2103120"/>
                <a:gridCol w="3657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Archetyp CRM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Gleboki 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Rola w procesie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CustomerServiceCase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-&gt;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Proces / Case / Sprawa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Kontener z priorytetem i cyklem zycia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CommunicationThread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-&gt;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Watek / Etap / Faza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Grupuje powiazane akcje tematycznie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Communication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-&gt;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Zdarzenie / Trigger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Inicjuje akcje, rejestruje kontekst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-&gt;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Krok / Task / Aktywnosc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Cos do zrobienia, ze statusem i wynikiem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Outcome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-&gt;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Rezultat / Decyzja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Punkt rozgalezienia procesu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Onboarding B2B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Mapowanie archetypu na proces wdrozenia klienta biznesowego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Mapowanie: CRM Activity -&gt; Onboarding B2B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502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CustomerServiceCase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0" y="144018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063240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CommunicationThread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21717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06324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28600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90322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06324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286000" cy="502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6347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06324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228600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436626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06324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1188720"/>
            <a:ext cx="2286000" cy="502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OnboardingCase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Pelny proces dla klienta 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920240"/>
            <a:ext cx="2286000" cy="50292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OnboardingPhase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Umowa / Setup / Szkolenie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0" y="2651760"/>
            <a:ext cx="2286000" cy="50292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OnboardingTrigger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 klienta, event systemowy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3383280"/>
            <a:ext cx="2286000" cy="502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OnboardingStep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Weryfikuj dokumenty, Konfiguruj env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0" y="4114800"/>
            <a:ext cx="228600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StepResult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Zaakceptowany / Do uzupelnienia / Odrzucony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 CRM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Domena Onboardingu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Przeplyw procesu onboardingu B2B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8778240" cy="10972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OnboardingCase  |  Fazy procesu (CommunicationThread)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828800" cy="6858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Weryfikacja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KYC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531620"/>
            <a:ext cx="5029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94560"/>
            <a:ext cx="8686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34440" y="2194560"/>
            <a:ext cx="86868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Uzupelnij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31720" y="1188720"/>
            <a:ext cx="1828800" cy="6858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Podpisanie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umowy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531620"/>
            <a:ext cx="5029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194560"/>
            <a:ext cx="8686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233172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Podpisano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2194560"/>
            <a:ext cx="86868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Odrzucono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3172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389120" y="1188720"/>
            <a:ext cx="1828800" cy="6858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8912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Konfiguracja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srodowiska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531620"/>
            <a:ext cx="5029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94560"/>
            <a:ext cx="8686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49240" y="2194560"/>
            <a:ext cx="86868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8912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46520" y="1188720"/>
            <a:ext cx="1828800" cy="6858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Szkolenie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zespolu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2194560"/>
            <a:ext cx="86868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Ukonczone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0" y="2194560"/>
            <a:ext cx="86868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Powtorz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652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Przyklad: Action 'Weryfikacja dokumentow KYC'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Atrybut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Wartosc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description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"Weryfikacja dokumentow KYC dla Acme Corp"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pending -&gt; open -&gt; closed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actionInitiator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PartySignature("Jan Kowalski", role=OnboardingManager)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possibleOutcomes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["Dokumenty zaakceptowane", "Wymagane uzupelnienie", "Odrzucone"]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actualOutcome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"Wymagane uzupelnienie" (reason: "Brak KRS")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Kod: OnboardingStep extends Action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8.4  |  Symfony  |  CQRS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solidFill>
            <a:srgbClr val="282A3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OnboardingStep extends Action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function fromBlueprint(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StepBlueprint  $blueprint,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PartySignature $initiator,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 self 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self(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id: $blueprint-&gt;stepCode,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description: $blueprint-&gt;description,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initiator: $initiator,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possibleOutcomes: array_map(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fn(string $desc) =&gt; new Outcome($desc),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$blueprint-&gt;possibleOutcomes,   // &lt;-- z gory znane sciezki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requiresSupplement(): bool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array_any(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$this-&gt;actualOutcomes(),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fn(Outcome $o) =&gt; $o-&gt;description === 'DoUzupelnienia',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1005840"/>
            <a:ext cx="3291840" cy="960120"/>
          </a:xfrm>
          <a:prstGeom prst="rect">
            <a:avLst/>
          </a:prstGeom>
          <a:solidFill>
            <a:srgbClr val="2D2F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05840"/>
            <a:ext cx="54864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possibleOutcomes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 blueprintu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325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Deklaratywna definicja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znanych sciezek procesu.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to scenariusz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dobrany wg profilu klienta.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3291840" cy="960120"/>
          </a:xfrm>
          <a:prstGeom prst="rect">
            <a:avLst/>
          </a:prstGeom>
          <a:solidFill>
            <a:srgbClr val="2D2F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19456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(shared kernel)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Dziedziczy cala mechanike: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transitions, outcomes,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PartySignature, SLA.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Domena dodaje swoja logike.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3291840"/>
            <a:ext cx="3291840" cy="960120"/>
          </a:xfrm>
          <a:prstGeom prst="rect">
            <a:avLst/>
          </a:prstGeom>
          <a:solidFill>
            <a:srgbClr val="2D2F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3291840"/>
            <a:ext cx="54864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actualOutcomes()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3611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co sie naprawde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stalo. Jesli 'DoUzupelnienia'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petla zwrotna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(nowa Action w tym Stage).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Program Lojalnosciowy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rdzen w zupelnie innej domenie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Mapowanie: CRM Activity -&gt; Program Lojalnosciowy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502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CustomerServiceCase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0" y="144018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063240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CommunicationThread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21717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06324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28600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90322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06324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286000" cy="502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6347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06324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228600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436626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06324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1188720"/>
            <a:ext cx="228600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LoyaltyCampaign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 / kampania programu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920240"/>
            <a:ext cx="228600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ActivityCategory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Zakupy / Polecenia / Recenzje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0" y="2651760"/>
            <a:ext cx="228600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ActionOccurred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zakup, check-in, polecenie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3383280"/>
            <a:ext cx="2286000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IncentiveAction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Nalicz punkty, Przyznaj nagrode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0" y="4114800"/>
            <a:ext cx="228600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IncentiveDecision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PointsGranted / RewardGrant / Odrzucone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 CRM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Domena Lojalnosciowa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Porownanie: ten sam gleboki model, dwie domeny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Aspekt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Onboarding B2B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Program Lojalnosciowy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Case / Kontener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OnboardingCase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(1 klient = 1 case)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LoyaltyCampaign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(sezon/kampania)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Thread / Faza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Fazy: KYC, Umowa,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Setup, Szkolenie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Kategorie: Zakupy,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Polecenia, Recenzje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Krok procesu: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weryfikuj, konfiguruj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IncentiveAction: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nalicz punkty, przyznaj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Outcome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Zaakceptowany /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 uzupelnienia / Odrzucony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PointsGranted /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RewardGrant / Odrzucone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Status / State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Sekwencyjny: faza po fazie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OnHold, Escalated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Event-driven: kazde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zdarzenie niezalezne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Initiator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OnboardingManager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Compliance Officer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System (automatyczny)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Program Manager (override)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identyczna -- roznice w flow i regolach. Gleboki model pozwala wspoldzielac rdzen.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Kod: IncentiveAction -- inna maszyna stanow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Kompozycja zamiast dziedziczenia -- ten sam wzorzec, inne stany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solidFill>
            <a:srgbClr val="282A3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IncentiveAction            // nie extends Action!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IncentiveActionState $state  // Received|Evaluating|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IncentiveActionState::Received; // AwaitingSettlement|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// Settled|Rejected|Reversed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/** @var IncentiveDecision[] */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array $decisions = [];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settle(IncentiveDecision $decision): void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$this-&gt;transitionTo(IncentiveActionState::AwaitingSettlement);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$this-&gt;decisions[] = $decision;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$this-&gt;transitionTo(IncentiveActionState::Settled);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Outcome emituje efekty biznesowe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$this-&gt;events = array_merge(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$this-&gt;events,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$decision-&gt;domainEvents,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reverse(string $reason): void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guard: tylko Settled -&gt; Reversed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$this-&gt;transitionTo(IncentiveActionState::Reversed);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1005840"/>
            <a:ext cx="3291840" cy="960120"/>
          </a:xfrm>
          <a:prstGeom prst="rect">
            <a:avLst/>
          </a:prstGeom>
          <a:solidFill>
            <a:srgbClr val="2D2F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05840"/>
            <a:ext cx="54864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Kompozycja, nie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dziedziczenie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325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IncentiveAction NIE dziedziczy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Action. Wlasna maszyna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stanow (6 stanow zamiast 8).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WZORZEC, inna impl.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3291840" cy="960120"/>
          </a:xfrm>
          <a:prstGeom prst="rect">
            <a:avLst/>
          </a:prstGeom>
          <a:solidFill>
            <a:srgbClr val="2D2F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194560"/>
            <a:ext cx="54864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IncentiveDecision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Outcome + efekty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w loyalty niesie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konkretne efekty: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journalEntries (punkty),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rewardGrants, domainEvents.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3291840"/>
            <a:ext cx="3291840" cy="960120"/>
          </a:xfrm>
          <a:prstGeom prst="rect">
            <a:avLst/>
          </a:prstGeom>
          <a:solidFill>
            <a:srgbClr val="2D2F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3291840"/>
            <a:ext cx="54864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Reversed = stan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spoza archetypu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3611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-&gt; cofniecie pktow.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 tego nie przewiduje.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Gleboki model ROZSZERZA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 o potrzeby domeny.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Outcomes i State w praktyce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possibleOutcomes i maszyna stanow steruja procesem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Outcomes jako mapa procesu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possibleOutcomes definiuja znane sciezki -- actualOutcome rejestruje co sie stalo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Onboarding: Outcomes steruja przejsciami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2286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Action: Weryfikuj KYC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103120"/>
            <a:ext cx="0" cy="36576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10972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Zaakceptowane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Podpisanie umowy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194560" y="2103120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468880"/>
            <a:ext cx="10972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uzupelnienia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5448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Powrot do KYC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(nowa Communication)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83280" y="2103120"/>
            <a:ext cx="0" cy="36576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468880"/>
            <a:ext cx="10972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Odrzucone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Zamknij Case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(isOpen = false)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possibleOutcomes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3931920" cy="9144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steruje przepywem: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actualOutcome decyduje o nastepnej Action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negatywny outcome = nowa Communication
  (petla zwrotna w archetype!)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 konczy sie gdy Case.isOpen = false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Loyalty: Outcomes jako decyzje biznesowe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645920"/>
            <a:ext cx="22860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Action: Evaluuj zakup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2103120"/>
            <a:ext cx="0" cy="36576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468880"/>
            <a:ext cx="10972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PointsGranted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JournalEntry: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+150 pkt na konto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583680" y="2103120"/>
            <a:ext cx="0" cy="36576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468880"/>
            <a:ext cx="10972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RewardGrant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Nagroda przyznana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event RewardGranted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772400" y="2103120"/>
            <a:ext cx="0" cy="36576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2468880"/>
            <a:ext cx="10972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Odrzucone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323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Log powod: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duplikat / fraud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794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jako IncentiveDecision: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journalEntries[] = zapis ksiegowy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rewardGrants[] = przyznane nagrody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events[] = eventy domenowe do dalszego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przetwarzania (saga, notyfikacje)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State: rozbudowany cykl zycia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 daje pending/open/closed -- gleboki model wymaga wiecej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 (uproszczony)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640080" cy="3657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2103120"/>
            <a:ext cx="1371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920240"/>
            <a:ext cx="6400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74520" y="2103120"/>
            <a:ext cx="457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920240"/>
            <a:ext cx="6400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Wystarczy do prostych przypadkow,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nie obsluguje: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wstrzymania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eskalacji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bledow wymagajacych retry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cofania kroku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5486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Gleboki model: pelna maszyna stanow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1828800"/>
            <a:ext cx="914400" cy="4114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914400" cy="4114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10972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InProgress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98080" y="1828800"/>
            <a:ext cx="10972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AwaitingApproval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0" y="2834640"/>
            <a:ext cx="10972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2834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66160" y="2834640"/>
            <a:ext cx="9144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OnHold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91440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2834640"/>
            <a:ext cx="10972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834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80560" y="2034540"/>
            <a:ext cx="2743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2034540"/>
            <a:ext cx="4572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2034540"/>
            <a:ext cx="2743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2240280"/>
            <a:ext cx="0" cy="59436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2240280"/>
            <a:ext cx="0" cy="77724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2240280"/>
            <a:ext cx="0" cy="5943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2240280"/>
            <a:ext cx="0" cy="77724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566160" y="2423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resume()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937760" y="2423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480560" y="169164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submit()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760720" y="169164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223760" y="16916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requestApproval()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3383280" y="3474720"/>
            <a:ext cx="5303520" cy="10972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0" y="3520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Outcome = pelna kontrola: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mowi CO MOZNA zrobic z Action w danym momencie (dozwolone przejscia)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mowi CO SIE STALO i DOKAD IDA dalsze kroki (mapa rozgalezien)
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Przyklad: InProgress + actualOutcome='Do uzupelnienia' -&gt; stan wraca do Pending, nowa Action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w obu domenach -- rozne maszyny, wspolny wzorzec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Onboarding: OnboardingStep states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09728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zdefiniowany ale nie uruchomiony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109728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099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57400" y="1709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Oczekuje na przydzielenie zasobow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109728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025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InProgress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0025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trakcie realizacji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295144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951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AwaitingApproval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57400" y="2295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Czeka na zatwierdzenie (np. Compliance)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109728" cy="228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587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OnHold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57400" y="2587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Wstrzymany -- czeka na klienta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109728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 / Failed / Escalated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5740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Stany koncowe z roznym outcome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Loyalty: IncentiveAction states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417320"/>
            <a:ext cx="109728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465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odebrany, w kolejce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1709928"/>
            <a:ext cx="109728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17099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46520" y="1709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Reguly w trakcie ewaluacji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002536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20025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AwaitingSettlement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6520" y="20025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Czeka na potwierdzenie platnosci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2295144"/>
            <a:ext cx="109728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22951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46520" y="2295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naliczone, nagroda przyznana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2587752"/>
            <a:ext cx="109728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2587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46520" y="2587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Odrzucone (duplikat, fraud, expired)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880360"/>
            <a:ext cx="109728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4652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Zwrot -- punkty cofniete (chargeback)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474720"/>
            <a:ext cx="8595360" cy="13716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Wspolny wzorzec mimo roznych stanow: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Interfejs State z metoda handle(event) -- ten sam kontrakt w obu domenach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Kazdy stan definiuje dozwolone przejscia -- guard conditions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Przejscie generuje Outcome -- polaczenie State z archetyp Action/Outcome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chroni invarianty: np. nie mozna Completed -&gt; InProgress, nie mozna Settled -&gt; Received
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Reversed/Escalated = stany ktorych archetyp nie przewiduje -- gleboki model je dodaje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Kod: Reakcja na zmiane stanu + async vendor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182880" y="594360"/>
            <a:ext cx="5120640" cy="1508760"/>
          </a:xfrm>
          <a:prstGeom prst="rect">
            <a:avLst/>
          </a:prstGeom>
          <a:solidFill>
            <a:srgbClr val="282A3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64008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ActionLifecycleHandler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supports(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$actionType, ActionState $from, ActionState $to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 bool;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handle(Action $action, ...): LifecycleResult;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82880" y="2194560"/>
            <a:ext cx="5120640" cy="2697480"/>
          </a:xfrm>
          <a:prstGeom prst="rect">
            <a:avLst/>
          </a:prstGeom>
          <a:solidFill>
            <a:srgbClr val="282A3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24028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KycVendorHandler implements ActionLifecycleHandler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supports(string $actionType, ...): bool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$actionType === 'kyc_verification'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$from === ActionState::Pending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$to   === ActionState::InProgress;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handle(Action $action, ...): LifecycleResult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$resp = $this-&gt;kycClient-&gt;submitVerification(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documentIds: $action-&gt;metadata()['documentIds'],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callbackUrl: '/api/webhooks/kyc/'.$action-&gt;id(),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$this-&gt;pendingCallbacks-&gt;store(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actionId: $action-&gt;id(),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externalRef: $resp-&gt;verificationId,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vendor: 'kyc_provider',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LifecycleResult::awaitingCallback(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externalRef: $resp-&gt;verificationId,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4343400" y="640080"/>
            <a:ext cx="868680" cy="20116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Kontrakt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977640" y="2240280"/>
            <a:ext cx="1234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Implementacja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623560" y="548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Przeplyw async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868680"/>
            <a:ext cx="3246120" cy="32004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11" name="Shape 9"/>
          <p:cNvSpPr/>
          <p:nvPr/>
        </p:nvSpPr>
        <p:spPr>
          <a:xfrm>
            <a:off x="5623560" y="868680"/>
            <a:ext cx="36576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5733288" y="923544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733288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007608" y="88696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Pending -&gt; InProgress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09460" y="11704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77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23560" y="1417320"/>
            <a:ext cx="3246120" cy="32004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3560" y="1417320"/>
            <a:ext cx="36576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733288" y="1472184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5733288" y="1472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07608" y="143560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Dispatcher: supports()? -&gt; handle()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0946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77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23560" y="1965960"/>
            <a:ext cx="3246120" cy="32004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623560" y="1965960"/>
            <a:ext cx="3657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5733288" y="20208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733288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07608" y="198424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-&gt; KYC Vendor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09460" y="22677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77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23560" y="2514600"/>
            <a:ext cx="3246120" cy="45720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29" name="Shape 27"/>
          <p:cNvSpPr/>
          <p:nvPr/>
        </p:nvSpPr>
        <p:spPr>
          <a:xfrm>
            <a:off x="5623560" y="2514600"/>
            <a:ext cx="36576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Shape 28"/>
          <p:cNvSpPr/>
          <p:nvPr/>
        </p:nvSpPr>
        <p:spPr>
          <a:xfrm>
            <a:off x="5733288" y="2569464"/>
            <a:ext cx="201168" cy="20116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5733288" y="2569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007608" y="25328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AwaitingCallback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zostaje InProgress)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109460" y="29535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77"/>
                </a:solidFill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23560" y="3108960"/>
            <a:ext cx="3246120" cy="32004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35" name="Shape 33"/>
          <p:cNvSpPr/>
          <p:nvPr/>
        </p:nvSpPr>
        <p:spPr>
          <a:xfrm>
            <a:off x="5623560" y="3108960"/>
            <a:ext cx="36576" cy="320040"/>
          </a:xfrm>
          <a:prstGeom prst="rect">
            <a:avLst/>
          </a:prstGeom>
          <a:solidFill>
            <a:srgbClr val="555577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3108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...czas mija...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109460" y="34107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77"/>
                </a:solidFill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23560" y="3520440"/>
            <a:ext cx="3246120" cy="32004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39" name="Shape 37"/>
          <p:cNvSpPr/>
          <p:nvPr/>
        </p:nvSpPr>
        <p:spPr>
          <a:xfrm>
            <a:off x="5623560" y="3520440"/>
            <a:ext cx="36576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Shape 38"/>
          <p:cNvSpPr/>
          <p:nvPr/>
        </p:nvSpPr>
        <p:spPr>
          <a:xfrm>
            <a:off x="5733288" y="3575304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5733288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007608" y="35387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POST /webhook/{id}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109460" y="3822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77"/>
                </a:solidFill>
              </a:rPr>
              <a:t>▼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23560" y="4069080"/>
            <a:ext cx="3246120" cy="45720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45" name="Shape 43"/>
          <p:cNvSpPr/>
          <p:nvPr/>
        </p:nvSpPr>
        <p:spPr>
          <a:xfrm>
            <a:off x="5623560" y="4069080"/>
            <a:ext cx="36576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Shape 44"/>
          <p:cNvSpPr/>
          <p:nvPr/>
        </p:nvSpPr>
        <p:spPr>
          <a:xfrm>
            <a:off x="5733288" y="4123944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5733288" y="4123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07608" y="4087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RecordExternalOutcome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$case-&gt;completeStep(outcome)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23560" y="4617720"/>
            <a:ext cx="3246120" cy="228600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50" name="Text 48"/>
          <p:cNvSpPr/>
          <p:nvPr/>
        </p:nvSpPr>
        <p:spPr>
          <a:xfrm>
            <a:off x="5715000" y="46177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= outcomeApprover (PartySignature z archetypu)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Kompozycja z Rule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Deklaratywne reguly jako dopalacz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-- deklaratywne reguly sterujace procesem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Mechanika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= zamek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+ Variables + Operators (BEZ wartosci)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RuleContext = klucz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same Propositions/Variables ALE Z wartosciami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ActivityRule = zamek ktory otwiera drzwi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evaluate() = true -&gt; automatycznie activity()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Przyklady w obu domenach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 -- EscalateKYC: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kycDays &gt; 5 AND isEnterprise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-&gt; State = Escalated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Loyalty -- DoublePoints: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isGoldMember AND orderPLN &gt; 500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-&gt; Outcome = 2x PointsGranted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Reguly jako dane, nie kod.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progu = update w bazie.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595360" cy="15544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+ State + Outcome = pelny model sterowania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490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mozna zrobic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danym momencie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(dozwolone przejscia)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374904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374904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794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cos ma sie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wydarzc (warunki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ewaluowane dynamicznie)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374904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3749040"/>
            <a:ext cx="73152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794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SIE STALO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DOKAD DALEJ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(mapa rozgalezien)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&gt;&gt;&gt;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&gt;&gt;&gt;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Wnioski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86868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0584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51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Gleboki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051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Wbrew intuicji, szukanie uniwersalnych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wzorcow to najkrotsza droga.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Archetypy to gotowy gleboki model 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ktos juz przeszedl te refaktoringi za nas.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868680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03120"/>
            <a:ext cx="73152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+ 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Maszyna stanow (State) i mapa rozgalezien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(possibleOutcomes/actualOutcomes) daja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pelna kontrole cyklu zycia procesu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kazdej domenie.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8686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00400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Kompozycja wzorcow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246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Archetypy (Activity) laczy sie ze wzorcami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nizszego poziomu (State, Rule) tworzac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elastyczne systemy bez overengineering.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Kazdy wzorzec na swoim poziomie.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7680960" cy="8686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29768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43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Reuzywnosc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4343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rdzen obsuguje onboarding,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loyalty, serwis, workflow.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Wspolny model danych, API, testy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mniej kodu, mniej bledow.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Arlow &amp; Neustadt: Enterprise Patterns and MDA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www.businessarchetypes.com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Szukajcie glebokiego modelu. Wbrew intuicji -- to sie oplaca.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Archetyp CRM Activity jako uniwersalne narzedzie</dc:title>
  <dc:subject>PptxGenJS Presentation</dc:subject>
  <dc:creator>Prezentacja architektoniczna</dc:creator>
  <cp:lastModifiedBy>Prezentacja architektoniczna</cp:lastModifiedBy>
  <cp:revision>1</cp:revision>
  <dcterms:created xsi:type="dcterms:W3CDTF">2026-02-10T18:40:59Z</dcterms:created>
  <dcterms:modified xsi:type="dcterms:W3CDTF">2026-02-10T18:40:59Z</dcterms:modified>
</cp:coreProperties>
</file>